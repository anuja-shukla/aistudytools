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F8B8D"/>
            </a:solidFill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12</c:v>
                </c:pt>
                <c:pt idx="2">
                  <c:v>35</c:v>
                </c:pt>
                <c:pt idx="3">
                  <c:v>70</c:v>
                </c:pt>
                <c:pt idx="4">
                  <c:v>92</c:v>
                </c:pt>
                <c:pt idx="5">
                  <c:v>98</c:v>
                </c:pt>
                <c:pt idx="6">
                  <c:v>90</c:v>
                </c:pt>
                <c:pt idx="7">
                  <c:v>70</c:v>
                </c:pt>
                <c:pt idx="8">
                  <c:v>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This module sets up the vocabulary and mindset for the whole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 aloud and ask which one students find least clear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campus example: building a new library is a project; the library service is a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Martin Eriksson's well-known Venn diagram: the PM works at the intersection of business, technology, and user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is a loop, not a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convert one of their own project deliverables into an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Marty Cagan, 'Inspired'. Good teams test these risks before building, not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type students would most like to manage,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well-known products to each stage. Avoid quoting figures you have not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15 minutes in pairs, then take three quick share-outs.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in under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the closing discussion or as a short written reflection.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Product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Product Management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products are, what product managers do, and how they think.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/ PGDM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products, projects, and programs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a product manager is accountable for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PMs work with cross-functional teams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features as problems and outcomes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the product life cycle to PM priorities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scope and deadline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on time, on budget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disbands at the end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594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Evolves with no planned end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customer and business outcomes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team that keeps learning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PM sits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1463040"/>
            <a:ext cx="2926080" cy="2926080"/>
          </a:xfrm>
          <a:prstGeom prst="ellipse">
            <a:avLst/>
          </a:prstGeom>
          <a:solidFill>
            <a:srgbClr val="1B2A4A">
              <a:alpha val="30000"/>
            </a:srgbClr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463040"/>
            <a:ext cx="2926080" cy="2926080"/>
          </a:xfrm>
          <a:prstGeom prst="ellipse">
            <a:avLst/>
          </a:prstGeom>
          <a:solidFill>
            <a:srgbClr val="0F8B8D">
              <a:alpha val="30000"/>
            </a:srgbClr>
          </a:solidFill>
          <a:ln w="25400">
            <a:solidFill>
              <a:srgbClr val="0F8B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3017520"/>
            <a:ext cx="2926080" cy="2926080"/>
          </a:xfrm>
          <a:prstGeom prst="ellipse">
            <a:avLst/>
          </a:prstGeom>
          <a:solidFill>
            <a:srgbClr val="E07A1F">
              <a:alpha val="30000"/>
            </a:srgbClr>
          </a:solidFill>
          <a:ln w="25400">
            <a:solidFill>
              <a:srgbClr val="E07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5897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3154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PM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2510028" cy="2377440"/>
          </a:xfrm>
          <a:prstGeom prst="roundRect">
            <a:avLst>
              <a:gd name="adj" fmla="val 4615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2214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221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23271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22357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problems, market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59836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0148" y="2194560"/>
            <a:ext cx="2510028" cy="2377440"/>
          </a:xfrm>
          <a:prstGeom prst="roundRect">
            <a:avLst>
              <a:gd name="adj" fmla="val 4615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0842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084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1588" y="2606040"/>
            <a:ext cx="23271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07308" y="3337560"/>
            <a:ext cx="22357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priorities, trade-offs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98464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2194560"/>
            <a:ext cx="2510028" cy="2377440"/>
          </a:xfrm>
          <a:prstGeom prst="roundRect">
            <a:avLst>
              <a:gd name="adj" fmla="val 4615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89470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947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0216" y="2606040"/>
            <a:ext cx="23271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45936" y="3337560"/>
            <a:ext cx="22357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with design and engineering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737092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47404" y="2194560"/>
            <a:ext cx="2510028" cy="2377440"/>
          </a:xfrm>
          <a:prstGeom prst="roundRect">
            <a:avLst>
              <a:gd name="adj" fmla="val 4615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8098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809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38844" y="2606040"/>
            <a:ext cx="23271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084564" y="3337560"/>
            <a:ext cx="22357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learning, next bet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vs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(what we ship)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filter screen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loyalty-points feature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onboarding video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594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(what changes)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find items in 2 minutes, not 4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orders rise in month 2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new users complete setup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product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1463040"/>
            <a:ext cx="4572000" cy="2240280"/>
          </a:xfrm>
          <a:prstGeom prst="rect">
            <a:avLst/>
          </a:prstGeom>
          <a:solidFill>
            <a:srgbClr val="DDF1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691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3317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customers want it?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4572000" cy="2240280"/>
          </a:xfrm>
          <a:prstGeom prst="rect">
            <a:avLst/>
          </a:prstGeom>
          <a:solidFill>
            <a:srgbClr val="E7E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figure out how to use it?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463040" y="3840480"/>
            <a:ext cx="4572000" cy="2240280"/>
          </a:xfrm>
          <a:prstGeom prst="rect">
            <a:avLst/>
          </a:prstGeom>
          <a:solidFill>
            <a:srgbClr val="FFF1E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4069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47091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it with our time, skills, and tech?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4572000" cy="2240280"/>
          </a:xfrm>
          <a:prstGeom prst="rect">
            <a:avLst/>
          </a:prstGeom>
          <a:solidFill>
            <a:srgbClr val="F3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69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47091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for the business: cost, legal, brand?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products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focus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or food-delivery 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Scale, simplicity, habit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/ SaaS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or CRM software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vs user, sales cycle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Buyer–seller platform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both sides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appliance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chain, slower iteration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life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46720" y="146304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1463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046720" y="25603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DDF1F0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2560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046720" y="365760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and extend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046720" y="47548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DDF1F0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0" y="47548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or retire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31520" y="58521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shape, not real data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product teardown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7259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familiar app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its core customer problem in one sentence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user types and their goals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three features to outcomes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product risk it manages well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evolve; projects end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own the why and the what, not the how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outcomes, not outputs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value, usability, feasibility, viability early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shift across the life cycle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1 · Foundations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7259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PM succeed without authority? How?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might shipping more features hurt a product?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the PM role differ in a bank versus a start-up?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Foundations of Product Management</dc:title>
  <dc:subject>PptxGenJS Presentation</dc:subject>
  <dc:creator>Product Management course</dc:creator>
  <cp:lastModifiedBy>Product Management course</cp:lastModifiedBy>
  <cp:revision>1</cp:revision>
  <dcterms:created xsi:type="dcterms:W3CDTF">2026-10-16T03:42:48Z</dcterms:created>
  <dcterms:modified xsi:type="dcterms:W3CDTF">2026-10-16T03:42:48Z</dcterms:modified>
</cp:coreProperties>
</file>