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priorities to working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real-looking example from the Product Toolkit.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INVEST.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Cut scope, never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Jakob Nielsen's ten usability heuristics.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Typically a two-week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conceptual; no model-specific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Product Management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Design, Development, and Delivery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priorities into products people can use, built well and shipped often.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/ PGDM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4 · Delivery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72591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one-page PRD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user stories with acceptance criteria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 MVP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usability principles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effectively in Agile teams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one-page PRD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4 · Delivery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25912" cy="914400"/>
        </p:xfrm>
        <a:graphic>
          <a:graphicData uri="http://schemas.openxmlformats.org/drawingml/2006/table">
            <a:tbl>
              <a:tblPr/>
              <a:tblGrid>
                <a:gridCol w="5362956"/>
                <a:gridCol w="536295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struggles with what?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 and metrics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will we know it worked?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/ non-goals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in and out?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stories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users be able to do?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Risks and questions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could go wrong? Who decides?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and acceptance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4 · Delivery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5120640" cy="3931920"/>
          </a:xfrm>
          <a:prstGeom prst="rect">
            <a:avLst/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repeat customer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reorder a past basket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I save time on weekly shopping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120640" cy="5943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63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2057400"/>
            <a:ext cx="5120640" cy="3931920"/>
          </a:xfrm>
          <a:prstGeom prst="rect">
            <a:avLst/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saved basket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tap Reorder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available items go to my cart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unavailable items are flagged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vs MLP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4 · Delivery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5120640" cy="3931920"/>
          </a:xfrm>
          <a:prstGeom prst="rect">
            <a:avLst/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thing to learn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 key hypothesis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manual behind the scenes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120640" cy="5943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63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2057400"/>
            <a:ext cx="5120640" cy="3931920"/>
          </a:xfrm>
          <a:prstGeom prst="rect">
            <a:avLst/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thing users love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 quality bar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word of mouth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principles (selected)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4 · Delivery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72591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system status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the user's language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consistent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errors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over recall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Scrum sprint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4 · Delivery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38351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38351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sprint goal and stories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12110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2422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DDF1F0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29254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9254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3862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059582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and unblock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03013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13325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20156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015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04765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50485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increments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093915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04227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DDF1F0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1058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1058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95667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41387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 stakeholders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284818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95130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01961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01961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86570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632290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process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vs Kanban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4 · Delivery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5120640" cy="3931920"/>
          </a:xfrm>
          <a:prstGeom prst="rect">
            <a:avLst/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sprints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roles and ceremonies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planned product work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120640" cy="5943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63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2057400"/>
            <a:ext cx="5120640" cy="3931920"/>
          </a:xfrm>
          <a:prstGeom prst="rect">
            <a:avLst/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flow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work in progress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support and operations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AI-powered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4 · Delivery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72591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grounds or trains the model?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we evaluate output quality?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AI is wrong?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explain limits to users?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human fallback?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write a mini-PRD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4 · Delivery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072591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roadmap item from Module 3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problem, goal, and metric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scope and two non-goals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five user stories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two wireframes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4 · Delivery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72591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PRDs are short and living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need testable criteria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= learning, MLP = love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designs before building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tech debt and accessibility deliberately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4 · Delivery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072591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a long PRD justified?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technical knowledge does a PM need?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accountable when an AI feature makes a mistake?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Product Design, Development, and Delivery</dc:title>
  <dc:subject>PptxGenJS Presentation</dc:subject>
  <dc:creator>Product Management course</dc:creator>
  <cp:lastModifiedBy>Product Management course</cp:lastModifiedBy>
  <cp:revision>1</cp:revision>
  <dcterms:created xsi:type="dcterms:W3CDTF">2026-10-16T03:42:48Z</dcterms:created>
  <dcterms:modified xsi:type="dcterms:W3CDTF">2026-10-16T03:42:48Z</dcterms:modified>
</cp:coreProperties>
</file>