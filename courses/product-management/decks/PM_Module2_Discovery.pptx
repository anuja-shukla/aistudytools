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reduces the risk of building the wrong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four risks from Module 1: discovery mostly tests value and usability.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rewrite a weak statement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qualitative 'why' with quantitative 'how many'.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Christensen's milkshake story is a useful hook if students have not heard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pains and emotions at each stage; the lowest points are opportunities.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Teresa Torres, 'Continuous Discovery Habits'. Compare several solutions per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bottom-up calculation: customers ×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set the success threshold before running the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work well: one asks, one takes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Product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and Customer Insight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problems worth solving before building solutions.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/ PGDM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problem statements without naming solutions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research method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Jobs-to-be-Done, personas, and journey maps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 market bottom-up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cheap validation tests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vs strong problem statements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chatbot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more features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programme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abandon checkout when delivery dates are unclear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support tickets and session recordings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 named yet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research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you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 people do this?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Motivations, context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common is it?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Frequency, scale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they actually do?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behaviour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they use it?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points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at scale?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Patterns, not reasons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Jobs-to-be-Done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'hire' products to make progress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[situation], I want to [motivation], so I can [outcome]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have functional, emotional, and social sides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= every way the job gets done today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835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835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about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12110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2422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9254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925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3862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59582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options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03013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3325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01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765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0485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93915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4227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058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105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5667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41387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value?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4818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513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196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196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657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3229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or churn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solution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417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more repeat orders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flipH="1">
            <a:off x="3337560" y="2103120"/>
            <a:ext cx="2743200" cy="6858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7889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DDF1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788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reorder favourites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flipH="1">
            <a:off x="2011680" y="3474720"/>
            <a:ext cx="1325880" cy="7315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0624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FFF1E3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reorder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3474720"/>
            <a:ext cx="1188720" cy="7315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420624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FFF1E3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baskets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2103120"/>
            <a:ext cx="2560320" cy="6858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7889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DDF1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788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of delivery 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flipH="1">
            <a:off x="7315200" y="3474720"/>
            <a:ext cx="1325880" cy="7315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FFF1E3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41080" y="3474720"/>
            <a:ext cx="1188720" cy="7315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420624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FFF1E3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slots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opportunities → solutions → experiments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TAM, SAM, SOM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658368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small retail stores needing inventory software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2404872"/>
            <a:ext cx="457200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40487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240487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cities we serve with smartphones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3346704"/>
            <a:ext cx="25603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3467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334670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we can win in 2 years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validation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door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in a feature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honestly after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and sign-ups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quality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MVP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the service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test scale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Wizard of Oz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before automation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manual effort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interview and synthesise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three people about a real recent experience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quotes, pains, workarounds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into themes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JTBD statement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journey map with the biggest pain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problems, not solutions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past behaviour, not hypotheticals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reveal true competition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markets bottom-up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you build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2 ·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survey misleading?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fake-door test ethical? Under what conditions?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if research contradicts the CEO's idea?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Product Discovery and Customer Insight</dc:title>
  <dc:subject>PptxGenJS Presentation</dc:subject>
  <dc:creator>Product Management course</dc:creator>
  <cp:lastModifiedBy>Product Management course</cp:lastModifiedBy>
  <cp:revision>1</cp:revision>
  <dcterms:created xsi:type="dcterms:W3CDTF">2026-10-16T03:42:48Z</dcterms:created>
  <dcterms:modified xsi:type="dcterms:W3CDTF">2026-10-16T03:42:48Z</dcterms:modified>
</cp:coreProperties>
</file>